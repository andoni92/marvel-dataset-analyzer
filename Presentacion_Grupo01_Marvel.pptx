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7" r:id="rId2"/>
    <p:sldId id="312" r:id="rId6"/>
    <p:sldId id="271" r:id="rId10"/>
    <p:sldId id="309" r:id="rId4"/>
    <p:sldId id="329" r:id="rId28"/>
    <p:sldId id="330" r:id="rId29"/>
    <p:sldId id="331" r:id="rId30"/>
    <p:sldId id="340" r:id="rId39"/>
    <p:sldId id="333" r:id="rId32"/>
    <p:sldId id="332" r:id="rId31"/>
    <p:sldId id="316" r:id="rId12"/>
    <p:sldId id="334" r:id="rId33"/>
    <p:sldId id="335" r:id="rId34"/>
    <p:sldId id="338" r:id="rId37"/>
    <p:sldId id="339" r:id="rId38"/>
    <p:sldId id="313" r:id="rId8"/>
    <p:sldId id="336" r:id="rId35"/>
    <p:sldId id="319" r:id="rId14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57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51"/>
    <a:srgbClr val="053139"/>
    <a:srgbClr val="ED8800"/>
    <a:srgbClr val="00A3AD"/>
    <a:srgbClr val="FFFFFF"/>
    <a:srgbClr val="004E40"/>
    <a:srgbClr val="275D38"/>
    <a:srgbClr val="000000"/>
    <a:srgbClr val="C90026"/>
    <a:srgbClr val="DA18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21" autoAdjust="0"/>
    <p:restoredTop sz="95802" autoAdjust="0"/>
  </p:normalViewPr>
  <p:slideViewPr>
    <p:cSldViewPr snapToGrid="0" snapToObjects="1" showGuides="1">
      <p:cViewPr varScale="1">
        <p:scale>
          <a:sx n="110" d="100"/>
          <a:sy n="110" d="100"/>
        </p:scale>
        <p:origin x="1290" y="108"/>
      </p:cViewPr>
      <p:guideLst>
        <p:guide orient="horz"/>
        <p:guide pos="5759"/>
      </p:guideLst>
    </p:cSldViewPr>
  </p:slideViewPr>
  <p:outlineViewPr>
    <p:cViewPr>
      <p:scale>
        <a:sx n="33" d="100"/>
        <a:sy n="33" d="100"/>
      </p:scale>
      <p:origin x="0" y="-1159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8" d="100"/>
          <a:sy n="88" d="100"/>
        </p:scale>
        <p:origin x="2152" y="18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26" Type="http://schemas.openxmlformats.org/officeDocument/2006/relationships/theme" Target="theme/theme1.xml"/><Relationship Id="rId12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  <Relationship Id="rId28" Type="http://schemas.openxmlformats.org/officeDocument/2006/relationships/slide" Target="slides/slide21.xml"/>
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  <Relationship Id="rId32" Type="http://schemas.openxmlformats.org/officeDocument/2006/relationships/slide" Target="slides/slide25.xml"/>
  <Relationship Id="rId33" Type="http://schemas.openxmlformats.org/officeDocument/2006/relationships/slide" Target="slides/slide26.xml"/>
  <Relationship Id="rId34" Type="http://schemas.openxmlformats.org/officeDocument/2006/relationships/slide" Target="slides/slide27.xml"/>
  <Relationship Id="rId35" Type="http://schemas.openxmlformats.org/officeDocument/2006/relationships/slide" Target="slides/slide28.xml"/>
  
  <Relationship Id="rId37" Type="http://schemas.openxmlformats.org/officeDocument/2006/relationships/slide" Target="slides/slide30.xml"/>
  <Relationship Id="rId38" Type="http://schemas.openxmlformats.org/officeDocument/2006/relationships/slide" Target="slides/slide31.xml"/>
  <Relationship Id="rId39" Type="http://schemas.openxmlformats.org/officeDocument/2006/relationships/slide" Target="slides/slide32.xml"/>
  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2F9ED7-D9DF-9B4A-A1AC-9FBF0C9B1C8E}" type="datetime1">
              <a:rPr lang="es-ES" smtClean="0"/>
              <a:t>13/06/2019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_tradnl"/>
              <a:t>Nombre presentación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381E0-5EA1-A741-8E0F-979B987291D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4621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C53B6-CB23-B545-A702-0812837A95EA}" type="datetime1">
              <a:rPr lang="es-ES" smtClean="0"/>
              <a:t>13/06/2019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_tradnl"/>
              <a:t>Nombre presentación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C7D51-4C89-E346-BC52-B4E8590D3FF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7575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_tradnl"/>
              <a:t>Nombre presentación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BC7D51-4C89-E346-BC52-B4E8590D3FF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30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1 - Eskola">
    <p:bg>
      <p:bgPr>
        <a:solidFill>
          <a:srgbClr val="0531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7" y="0"/>
            <a:ext cx="1830016" cy="1673157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02"/>
          <a:stretch/>
        </p:blipFill>
        <p:spPr>
          <a:xfrm rot="10800000">
            <a:off x="71336" y="4712421"/>
            <a:ext cx="5019110" cy="2277316"/>
          </a:xfrm>
          <a:prstGeom prst="rect">
            <a:avLst/>
          </a:prstGeom>
        </p:spPr>
      </p:pic>
      <p:pic>
        <p:nvPicPr>
          <p:cNvPr id="6" name="Imagen 5" descr="adasdasd.png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570" r="32820"/>
          <a:stretch/>
        </p:blipFill>
        <p:spPr>
          <a:xfrm rot="10800000">
            <a:off x="-3" y="613372"/>
            <a:ext cx="9809599" cy="6376364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55493" y="2703494"/>
            <a:ext cx="4393687" cy="1362075"/>
          </a:xfrm>
          <a:noFill/>
        </p:spPr>
        <p:txBody>
          <a:bodyPr anchor="b">
            <a:normAutofit/>
          </a:bodyPr>
          <a:lstStyle>
            <a:lvl1pPr marL="0" indent="0" algn="l">
              <a:buNone/>
              <a:defRPr sz="3200" b="0" cap="none">
                <a:solidFill>
                  <a:srgbClr val="FFFFFF"/>
                </a:solidFill>
              </a:defRPr>
            </a:lvl1pPr>
          </a:lstStyle>
          <a:p>
            <a:r>
              <a:rPr lang="es-ES_tradnl" dirty="0" err="1"/>
              <a:t>Click</a:t>
            </a:r>
            <a:r>
              <a:rPr lang="es-ES_tradnl" dirty="0"/>
              <a:t> to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255493" y="4120284"/>
            <a:ext cx="4393687" cy="1184275"/>
          </a:xfrm>
          <a:prstGeom prst="rect">
            <a:avLst/>
          </a:prstGeom>
          <a:noFill/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6005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1 - MU">
    <p:bg>
      <p:bgPr>
        <a:solidFill>
          <a:srgbClr val="0531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adasdasd.pn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570" r="32820"/>
          <a:stretch/>
        </p:blipFill>
        <p:spPr>
          <a:xfrm rot="10800000">
            <a:off x="-3" y="613372"/>
            <a:ext cx="9809599" cy="6376364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02"/>
          <a:stretch/>
        </p:blipFill>
        <p:spPr>
          <a:xfrm rot="10800000">
            <a:off x="71336" y="4712421"/>
            <a:ext cx="5019110" cy="2277316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55493" y="2703494"/>
            <a:ext cx="4393687" cy="1362075"/>
          </a:xfrm>
          <a:noFill/>
        </p:spPr>
        <p:txBody>
          <a:bodyPr anchor="b">
            <a:normAutofit/>
          </a:bodyPr>
          <a:lstStyle>
            <a:lvl1pPr marL="0" indent="0" algn="l">
              <a:buNone/>
              <a:defRPr sz="3200" b="0" cap="none">
                <a:solidFill>
                  <a:srgbClr val="FFFFFF"/>
                </a:solidFill>
              </a:defRPr>
            </a:lvl1pPr>
          </a:lstStyle>
          <a:p>
            <a:r>
              <a:rPr lang="es-ES_tradnl" dirty="0" err="1"/>
              <a:t>Click</a:t>
            </a:r>
            <a:r>
              <a:rPr lang="es-ES_tradnl" dirty="0"/>
              <a:t> to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255493" y="4120284"/>
            <a:ext cx="4393687" cy="1184275"/>
          </a:xfrm>
          <a:prstGeom prst="rect">
            <a:avLst/>
          </a:prstGeom>
          <a:noFill/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5" y="-2192"/>
            <a:ext cx="1736530" cy="12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467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1 - Profesionalentzako Prestakuntza">
    <p:bg>
      <p:bgPr>
        <a:solidFill>
          <a:srgbClr val="0531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02"/>
          <a:stretch/>
        </p:blipFill>
        <p:spPr>
          <a:xfrm rot="10800000">
            <a:off x="71336" y="4712421"/>
            <a:ext cx="5019110" cy="2277316"/>
          </a:xfrm>
          <a:prstGeom prst="rect">
            <a:avLst/>
          </a:prstGeom>
        </p:spPr>
      </p:pic>
      <p:pic>
        <p:nvPicPr>
          <p:cNvPr id="6" name="Imagen 5" descr="adasdasd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570" r="32820"/>
          <a:stretch/>
        </p:blipFill>
        <p:spPr>
          <a:xfrm rot="10800000">
            <a:off x="-3" y="613372"/>
            <a:ext cx="9809599" cy="6376364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55493" y="2703494"/>
            <a:ext cx="4393687" cy="1362075"/>
          </a:xfrm>
          <a:noFill/>
        </p:spPr>
        <p:txBody>
          <a:bodyPr anchor="b">
            <a:normAutofit/>
          </a:bodyPr>
          <a:lstStyle>
            <a:lvl1pPr marL="0" indent="0" algn="l">
              <a:buNone/>
              <a:defRPr sz="3200" b="0" cap="none">
                <a:solidFill>
                  <a:srgbClr val="FFFFFF"/>
                </a:solidFill>
              </a:defRPr>
            </a:lvl1pPr>
          </a:lstStyle>
          <a:p>
            <a:r>
              <a:rPr lang="es-ES_tradnl" dirty="0" err="1"/>
              <a:t>Click</a:t>
            </a:r>
            <a:r>
              <a:rPr lang="es-ES_tradnl" dirty="0"/>
              <a:t> to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255493" y="4120284"/>
            <a:ext cx="4393687" cy="1184275"/>
          </a:xfrm>
          <a:prstGeom prst="rect">
            <a:avLst/>
          </a:prstGeom>
          <a:noFill/>
        </p:spPr>
        <p:txBody>
          <a:bodyPr anchor="t"/>
          <a:lstStyle>
            <a:lvl1pPr marL="0" indent="0" algn="l">
              <a:buNone/>
              <a:defRPr sz="2000" b="0" i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6" y="3688"/>
            <a:ext cx="1859933" cy="166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81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2 - Eskola">
    <p:bg>
      <p:bgPr>
        <a:solidFill>
          <a:srgbClr val="00A3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9">
            <a:extLst>
              <a:ext uri="{FF2B5EF4-FFF2-40B4-BE49-F238E27FC236}">
                <a16:creationId xmlns:a16="http://schemas.microsoft.com/office/drawing/2014/main" id="{617E215C-6F53-0B4B-A3E8-4F644F282B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54944" y="692754"/>
            <a:ext cx="7851056" cy="6165246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073913" y="2703494"/>
            <a:ext cx="4393687" cy="1362075"/>
          </a:xfrm>
          <a:noFill/>
        </p:spPr>
        <p:txBody>
          <a:bodyPr anchor="b">
            <a:normAutofit/>
          </a:bodyPr>
          <a:lstStyle>
            <a:lvl1pPr marL="0" indent="0" algn="l">
              <a:buNone/>
              <a:defRPr sz="3200" b="0" cap="none">
                <a:solidFill>
                  <a:srgbClr val="FFFFFF"/>
                </a:solidFill>
              </a:defRPr>
            </a:lvl1pPr>
          </a:lstStyle>
          <a:p>
            <a:r>
              <a:rPr lang="es-ES_tradnl" dirty="0" err="1"/>
              <a:t>Click</a:t>
            </a:r>
            <a:r>
              <a:rPr lang="es-ES_tradnl" dirty="0"/>
              <a:t> to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073913" y="4120284"/>
            <a:ext cx="4393687" cy="1184275"/>
          </a:xfrm>
          <a:prstGeom prst="rect">
            <a:avLst/>
          </a:prstGeom>
          <a:noFill/>
        </p:spPr>
        <p:txBody>
          <a:bodyPr anchor="t"/>
          <a:lstStyle>
            <a:lvl1pPr marL="0" indent="0" algn="l">
              <a:buNone/>
              <a:defRPr sz="2000" b="0" i="0">
                <a:solidFill>
                  <a:srgbClr val="4AA4A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6" name="Grupo 55"/>
          <p:cNvGrpSpPr/>
          <p:nvPr userDrawn="1"/>
        </p:nvGrpSpPr>
        <p:grpSpPr>
          <a:xfrm>
            <a:off x="0" y="0"/>
            <a:ext cx="2184872" cy="2162231"/>
            <a:chOff x="0" y="0"/>
            <a:chExt cx="2184872" cy="2162231"/>
          </a:xfrm>
        </p:grpSpPr>
        <p:pic>
          <p:nvPicPr>
            <p:cNvPr id="10" name="Imagen 7">
              <a:extLst>
                <a:ext uri="{FF2B5EF4-FFF2-40B4-BE49-F238E27FC236}">
                  <a16:creationId xmlns:a16="http://schemas.microsoft.com/office/drawing/2014/main" id="{772BB687-5563-CE41-B322-1DCFDF987B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2184872" cy="2162231"/>
            </a:xfrm>
            <a:prstGeom prst="rect">
              <a:avLst/>
            </a:prstGeom>
          </p:spPr>
        </p:pic>
        <p:sp>
          <p:nvSpPr>
            <p:cNvPr id="55" name="Rectángulo 54"/>
            <p:cNvSpPr/>
            <p:nvPr userDrawn="1"/>
          </p:nvSpPr>
          <p:spPr>
            <a:xfrm>
              <a:off x="170099" y="123825"/>
              <a:ext cx="1343025" cy="1292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 smtClean="0"/>
            </a:p>
          </p:txBody>
        </p:sp>
      </p:grpSp>
      <p:pic>
        <p:nvPicPr>
          <p:cNvPr id="54" name="Imagen 5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1" y="21764"/>
            <a:ext cx="1718029" cy="157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987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2 - MU">
    <p:bg>
      <p:bgPr>
        <a:solidFill>
          <a:srgbClr val="00A3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9">
            <a:extLst>
              <a:ext uri="{FF2B5EF4-FFF2-40B4-BE49-F238E27FC236}">
                <a16:creationId xmlns:a16="http://schemas.microsoft.com/office/drawing/2014/main" id="{617E215C-6F53-0B4B-A3E8-4F644F282B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54944" y="692754"/>
            <a:ext cx="7851056" cy="6165246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073913" y="2703494"/>
            <a:ext cx="4393687" cy="1362075"/>
          </a:xfrm>
          <a:noFill/>
        </p:spPr>
        <p:txBody>
          <a:bodyPr anchor="b">
            <a:normAutofit/>
          </a:bodyPr>
          <a:lstStyle>
            <a:lvl1pPr marL="0" indent="0" algn="l">
              <a:buNone/>
              <a:defRPr sz="3200" b="0" cap="none">
                <a:solidFill>
                  <a:srgbClr val="FFFFFF"/>
                </a:solidFill>
              </a:defRPr>
            </a:lvl1pPr>
          </a:lstStyle>
          <a:p>
            <a:r>
              <a:rPr lang="es-ES_tradnl" dirty="0" err="1"/>
              <a:t>Click</a:t>
            </a:r>
            <a:r>
              <a:rPr lang="es-ES_tradnl" dirty="0"/>
              <a:t> to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073913" y="4120284"/>
            <a:ext cx="4393687" cy="1184275"/>
          </a:xfrm>
          <a:prstGeom prst="rect">
            <a:avLst/>
          </a:prstGeom>
          <a:noFill/>
        </p:spPr>
        <p:txBody>
          <a:bodyPr anchor="t"/>
          <a:lstStyle>
            <a:lvl1pPr marL="0" indent="0" algn="l">
              <a:buNone/>
              <a:defRPr sz="2000" b="0" i="0">
                <a:solidFill>
                  <a:srgbClr val="4AA4A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2184872" cy="216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06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2 - Profesionalentzako Prestakuntza">
    <p:bg>
      <p:bgPr>
        <a:solidFill>
          <a:srgbClr val="00A3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9">
            <a:extLst>
              <a:ext uri="{FF2B5EF4-FFF2-40B4-BE49-F238E27FC236}">
                <a16:creationId xmlns:a16="http://schemas.microsoft.com/office/drawing/2014/main" id="{617E215C-6F53-0B4B-A3E8-4F644F282B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54944" y="692754"/>
            <a:ext cx="7851056" cy="6165246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073913" y="2703494"/>
            <a:ext cx="4393687" cy="1362075"/>
          </a:xfrm>
          <a:noFill/>
        </p:spPr>
        <p:txBody>
          <a:bodyPr anchor="b">
            <a:normAutofit/>
          </a:bodyPr>
          <a:lstStyle>
            <a:lvl1pPr marL="0" indent="0" algn="l">
              <a:buNone/>
              <a:defRPr sz="3200" b="0" cap="none">
                <a:solidFill>
                  <a:srgbClr val="FFFFFF"/>
                </a:solidFill>
              </a:defRPr>
            </a:lvl1pPr>
          </a:lstStyle>
          <a:p>
            <a:r>
              <a:rPr lang="es-ES_tradnl" dirty="0" err="1"/>
              <a:t>Click</a:t>
            </a:r>
            <a:r>
              <a:rPr lang="es-ES_tradnl" dirty="0"/>
              <a:t> to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073913" y="4120284"/>
            <a:ext cx="4393687" cy="1184275"/>
          </a:xfrm>
          <a:prstGeom prst="rect">
            <a:avLst/>
          </a:prstGeom>
          <a:noFill/>
        </p:spPr>
        <p:txBody>
          <a:bodyPr anchor="t"/>
          <a:lstStyle>
            <a:lvl1pPr marL="0" indent="0" algn="l">
              <a:buNone/>
              <a:defRPr sz="2000" b="0" i="0">
                <a:solidFill>
                  <a:srgbClr val="4AA4A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2184872" cy="216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16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6">
            <a:extLst>
              <a:ext uri="{FF2B5EF4-FFF2-40B4-BE49-F238E27FC236}">
                <a16:creationId xmlns:a16="http://schemas.microsoft.com/office/drawing/2014/main" id="{1C62DA92-35E3-6244-8259-2ED416B691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"/>
            <a:ext cx="6986349" cy="6287714"/>
          </a:xfrm>
          <a:prstGeom prst="rect">
            <a:avLst/>
          </a:prstGeom>
        </p:spPr>
      </p:pic>
      <p:pic>
        <p:nvPicPr>
          <p:cNvPr id="11" name="Imagen 7">
            <a:extLst>
              <a:ext uri="{FF2B5EF4-FFF2-40B4-BE49-F238E27FC236}">
                <a16:creationId xmlns:a16="http://schemas.microsoft.com/office/drawing/2014/main" id="{0F63708B-52D5-0940-890B-ED33E002B2D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935376"/>
            <a:ext cx="1855656" cy="3181125"/>
          </a:xfrm>
          <a:prstGeom prst="rect">
            <a:avLst/>
          </a:prstGeom>
        </p:spPr>
      </p:pic>
      <p:sp>
        <p:nvSpPr>
          <p:cNvPr id="19" name="CuadroTexto 18"/>
          <p:cNvSpPr txBox="1"/>
          <p:nvPr userDrawn="1"/>
        </p:nvSpPr>
        <p:spPr>
          <a:xfrm>
            <a:off x="6278477" y="-11440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sz="1800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388110" y="2754427"/>
            <a:ext cx="3295110" cy="1362075"/>
          </a:xfrm>
          <a:noFill/>
        </p:spPr>
        <p:txBody>
          <a:bodyPr anchor="b">
            <a:normAutofit/>
          </a:bodyPr>
          <a:lstStyle>
            <a:lvl1pPr marL="0" indent="0" algn="l">
              <a:buNone/>
              <a:defRPr sz="3200" b="0" cap="none">
                <a:solidFill>
                  <a:srgbClr val="004851"/>
                </a:solidFill>
              </a:defRPr>
            </a:lvl1pPr>
          </a:lstStyle>
          <a:p>
            <a:r>
              <a:rPr lang="es-ES_tradnl" dirty="0" err="1"/>
              <a:t>Click</a:t>
            </a:r>
            <a:r>
              <a:rPr lang="es-ES_tradnl" dirty="0"/>
              <a:t> to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2388110" y="4171217"/>
            <a:ext cx="3295110" cy="1184275"/>
          </a:xfrm>
          <a:prstGeom prst="rect">
            <a:avLst/>
          </a:prstGeom>
          <a:noFill/>
        </p:spPr>
        <p:txBody>
          <a:bodyPr anchor="t"/>
          <a:lstStyle>
            <a:lvl1pPr marL="0" indent="0" algn="l">
              <a:buNone/>
              <a:defRPr sz="200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14"/>
          <p:cNvSpPr>
            <a:spLocks noGrp="1"/>
          </p:cNvSpPr>
          <p:nvPr>
            <p:ph sz="quarter" idx="10" hasCustomPrompt="1"/>
          </p:nvPr>
        </p:nvSpPr>
        <p:spPr>
          <a:xfrm>
            <a:off x="495240" y="2771844"/>
            <a:ext cx="722434" cy="766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3600" b="1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Nº</a:t>
            </a:r>
          </a:p>
        </p:txBody>
      </p:sp>
    </p:spTree>
    <p:extLst>
      <p:ext uri="{BB962C8B-B14F-4D97-AF65-F5344CB8AC3E}">
        <p14:creationId xmlns:p14="http://schemas.microsoft.com/office/powerpoint/2010/main" val="170309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7">
            <a:extLst>
              <a:ext uri="{FF2B5EF4-FFF2-40B4-BE49-F238E27FC236}">
                <a16:creationId xmlns:a16="http://schemas.microsoft.com/office/drawing/2014/main" id="{F2F42047-0EBB-8647-BC6A-5A0A93590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7011611" cy="6310450"/>
          </a:xfrm>
          <a:prstGeom prst="rect">
            <a:avLst/>
          </a:prstGeom>
        </p:spPr>
      </p:pic>
      <p:pic>
        <p:nvPicPr>
          <p:cNvPr id="11" name="Imagen 8">
            <a:extLst>
              <a:ext uri="{FF2B5EF4-FFF2-40B4-BE49-F238E27FC236}">
                <a16:creationId xmlns:a16="http://schemas.microsoft.com/office/drawing/2014/main" id="{CE87A804-F809-7545-AB4C-74239CD541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935376"/>
            <a:ext cx="1855656" cy="3181125"/>
          </a:xfrm>
          <a:prstGeom prst="rect">
            <a:avLst/>
          </a:prstGeom>
        </p:spPr>
      </p:pic>
      <p:sp>
        <p:nvSpPr>
          <p:cNvPr id="19" name="CuadroTexto 18"/>
          <p:cNvSpPr txBox="1"/>
          <p:nvPr userDrawn="1"/>
        </p:nvSpPr>
        <p:spPr>
          <a:xfrm>
            <a:off x="6278477" y="-11440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sz="1800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88110" y="2754427"/>
            <a:ext cx="3295110" cy="1362075"/>
          </a:xfrm>
          <a:noFill/>
        </p:spPr>
        <p:txBody>
          <a:bodyPr anchor="b">
            <a:normAutofit/>
          </a:bodyPr>
          <a:lstStyle>
            <a:lvl1pPr marL="0" indent="0" algn="l">
              <a:buNone/>
              <a:defRPr sz="3200" b="0" cap="none">
                <a:solidFill>
                  <a:srgbClr val="004851"/>
                </a:solidFill>
              </a:defRPr>
            </a:lvl1pPr>
          </a:lstStyle>
          <a:p>
            <a:r>
              <a:rPr lang="es-ES_tradnl" dirty="0" err="1"/>
              <a:t>Click</a:t>
            </a:r>
            <a:r>
              <a:rPr lang="es-ES_tradnl" dirty="0"/>
              <a:t> to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2388110" y="4171217"/>
            <a:ext cx="3295110" cy="1184275"/>
          </a:xfrm>
          <a:prstGeom prst="rect">
            <a:avLst/>
          </a:prstGeom>
          <a:noFill/>
        </p:spPr>
        <p:txBody>
          <a:bodyPr anchor="t"/>
          <a:lstStyle>
            <a:lvl1pPr marL="0" indent="0" algn="l">
              <a:buNone/>
              <a:defRPr sz="2000" b="0" i="0">
                <a:solidFill>
                  <a:srgbClr val="00A3A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0" hasCustomPrompt="1"/>
          </p:nvPr>
        </p:nvSpPr>
        <p:spPr>
          <a:xfrm>
            <a:off x="495240" y="2771844"/>
            <a:ext cx="722434" cy="766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3600" b="1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Nº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894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parencia 1 - Esko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195" y="-15970"/>
            <a:ext cx="1147818" cy="1049433"/>
          </a:xfrm>
          <a:prstGeom prst="rect">
            <a:avLst/>
          </a:prstGeom>
        </p:spPr>
      </p:pic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22031" y="6467092"/>
            <a:ext cx="1180893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D72A43D-7419-4C41-A920-C6E38643746D}" type="datetime3">
              <a:rPr lang="es-ES_tradnl" smtClean="0"/>
              <a:pPr/>
              <a:t>13.06.19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0694" y="6460529"/>
            <a:ext cx="4777367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Mondragon Unibertsitatea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10077" y="6460528"/>
            <a:ext cx="1111893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356FEA-1119-414E-9BDA-0F3F06B9EA5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1AFCC-F5D5-2E44-8A1E-A25686327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s-ES_tradnl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831EFA9-70A5-5243-AF18-1C79AB9D8F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2031" y="1275347"/>
            <a:ext cx="8299939" cy="481271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145131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parencia 1 - M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22031" y="6467092"/>
            <a:ext cx="1180893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D72A43D-7419-4C41-A920-C6E38643746D}" type="datetime3">
              <a:rPr lang="es-ES_tradnl" smtClean="0"/>
              <a:pPr/>
              <a:t>13.06.19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0694" y="6460529"/>
            <a:ext cx="4777367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Mondragon Unibertsitatea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10077" y="6460528"/>
            <a:ext cx="1111893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356FEA-1119-414E-9BDA-0F3F06B9EA5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1AFCC-F5D5-2E44-8A1E-A25686327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s-ES_tradnl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831EFA9-70A5-5243-AF18-1C79AB9D8F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2031" y="1275347"/>
            <a:ext cx="8299939" cy="481271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ES_tradnl" dirty="0"/>
          </a:p>
        </p:txBody>
      </p: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779" y="-8238"/>
            <a:ext cx="1085983" cy="78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069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parencia 1 - Profesionalentzako Prestakunt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22031" y="6467092"/>
            <a:ext cx="1180893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D72A43D-7419-4C41-A920-C6E38643746D}" type="datetime3">
              <a:rPr lang="es-ES_tradnl" smtClean="0"/>
              <a:pPr/>
              <a:t>13.06.19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0694" y="6460529"/>
            <a:ext cx="4777367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Mondragon Unibertsitatea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10077" y="6460528"/>
            <a:ext cx="1111893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356FEA-1119-414E-9BDA-0F3F06B9EA5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E1AFCC-F5D5-2E44-8A1E-A25686327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s-ES_tradnl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831EFA9-70A5-5243-AF18-1C79AB9D8F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2031" y="1275347"/>
            <a:ext cx="8299939" cy="481271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ES_tradnl" dirty="0"/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362" y="0"/>
            <a:ext cx="1163878" cy="104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508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parencia 2 - Eskola">
    <p:bg>
      <p:bgPr>
        <a:solidFill>
          <a:srgbClr val="0531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22031" y="6460529"/>
            <a:ext cx="121606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51B10C-2937-EF49-B2B2-FDE1E3A46A2D}" type="datetime3">
              <a:rPr lang="es-ES_tradnl" smtClean="0"/>
              <a:t>13.06.19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0694" y="6460529"/>
            <a:ext cx="47773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Mondragon Unibertsitatea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459" y="6460527"/>
            <a:ext cx="117051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7356FEA-1119-414E-9BDA-0F3F06B9EA5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00D15E21-D2CF-1240-9C1C-EE2BBCF2DFB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2031" y="1275347"/>
            <a:ext cx="8299939" cy="48127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401D28-75B5-FC4C-A926-0D97A7D67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s-ES_tradnl" dirty="0"/>
          </a:p>
        </p:txBody>
      </p:sp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3343" y="-20882"/>
            <a:ext cx="1140768" cy="104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440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parencia 2 - MU">
    <p:bg>
      <p:bgPr>
        <a:solidFill>
          <a:srgbClr val="0531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22031" y="6460529"/>
            <a:ext cx="121606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51B10C-2937-EF49-B2B2-FDE1E3A46A2D}" type="datetime3">
              <a:rPr lang="es-ES_tradnl" smtClean="0"/>
              <a:t>13.06.19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0694" y="6460529"/>
            <a:ext cx="47773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Mondragon Unibertsitatea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459" y="6460527"/>
            <a:ext cx="117051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7356FEA-1119-414E-9BDA-0F3F06B9EA5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00D15E21-D2CF-1240-9C1C-EE2BBCF2DFB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2031" y="1275347"/>
            <a:ext cx="8299939" cy="48127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401D28-75B5-FC4C-A926-0D97A7D67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s-ES_tradnl" dirty="0"/>
          </a:p>
        </p:txBody>
      </p: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096" y="-3526"/>
            <a:ext cx="1094279" cy="78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055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parencia 2 - Profesionalentzako Prestakuntza">
    <p:bg>
      <p:bgPr>
        <a:solidFill>
          <a:srgbClr val="0531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22031" y="6460529"/>
            <a:ext cx="121606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51B10C-2937-EF49-B2B2-FDE1E3A46A2D}" type="datetime3">
              <a:rPr lang="es-ES_tradnl" smtClean="0"/>
              <a:t>13.06.19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0694" y="6460529"/>
            <a:ext cx="47773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Mondragon Unibertsitatea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459" y="6460527"/>
            <a:ext cx="117051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7356FEA-1119-414E-9BDA-0F3F06B9EA5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Content Placeholder 14">
            <a:extLst>
              <a:ext uri="{FF2B5EF4-FFF2-40B4-BE49-F238E27FC236}">
                <a16:creationId xmlns:a16="http://schemas.microsoft.com/office/drawing/2014/main" id="{00D15E21-D2CF-1240-9C1C-EE2BBCF2DFB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2031" y="1275347"/>
            <a:ext cx="8299939" cy="48127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401D28-75B5-FC4C-A926-0D97A7D67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32" y="472037"/>
            <a:ext cx="7600813" cy="428157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s-ES_tradnl" dirty="0"/>
          </a:p>
        </p:txBody>
      </p: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845" y="0"/>
            <a:ext cx="1116836" cy="100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716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parencia 3 - Eskola">
    <p:bg>
      <p:bgPr>
        <a:solidFill>
          <a:srgbClr val="00A3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422031" y="6460529"/>
            <a:ext cx="121606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CE5B6F-4229-BD47-9F49-CE071C120013}" type="datetime3">
              <a:rPr lang="es-ES_tradnl" smtClean="0"/>
              <a:t>13.06.19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0694" y="6460529"/>
            <a:ext cx="47773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Mondragon Unibertsitatea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459" y="6460527"/>
            <a:ext cx="117051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7356FEA-1119-414E-9BDA-0F3F06B9EA5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Content Placeholder 14">
            <a:extLst>
              <a:ext uri="{FF2B5EF4-FFF2-40B4-BE49-F238E27FC236}">
                <a16:creationId xmlns:a16="http://schemas.microsoft.com/office/drawing/2014/main" id="{95BF4BF0-1531-0D46-A693-444EF85632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2031" y="1275347"/>
            <a:ext cx="8299939" cy="4812716"/>
          </a:xfrm>
        </p:spPr>
        <p:txBody>
          <a:bodyPr/>
          <a:lstStyle>
            <a:lvl1pPr>
              <a:buClr>
                <a:srgbClr val="004851"/>
              </a:buClr>
              <a:defRPr>
                <a:solidFill>
                  <a:schemeClr val="bg1"/>
                </a:solidFill>
              </a:defRPr>
            </a:lvl1pPr>
            <a:lvl2pPr>
              <a:buClr>
                <a:srgbClr val="00485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004851"/>
              </a:buClr>
              <a:defRPr>
                <a:solidFill>
                  <a:schemeClr val="bg1"/>
                </a:solidFill>
              </a:defRPr>
            </a:lvl3pPr>
            <a:lvl4pPr>
              <a:buClr>
                <a:srgbClr val="004851"/>
              </a:buClr>
              <a:defRPr>
                <a:solidFill>
                  <a:schemeClr val="bg1"/>
                </a:solidFill>
              </a:defRPr>
            </a:lvl4pPr>
            <a:lvl5pPr>
              <a:buClr>
                <a:srgbClr val="00485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18D01-A768-EC4B-B724-CFE88E2E2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s-ES_tradnl" dirty="0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3343" y="-20882"/>
            <a:ext cx="1140768" cy="104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203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parencia 3 - MU">
    <p:bg>
      <p:bgPr>
        <a:solidFill>
          <a:srgbClr val="00A3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422031" y="6460529"/>
            <a:ext cx="121606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CE5B6F-4229-BD47-9F49-CE071C120013}" type="datetime3">
              <a:rPr lang="es-ES_tradnl" smtClean="0"/>
              <a:t>13.06.19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0694" y="6460529"/>
            <a:ext cx="47773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Mondragon Unibertsitatea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459" y="6460527"/>
            <a:ext cx="117051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7356FEA-1119-414E-9BDA-0F3F06B9EA5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Content Placeholder 14">
            <a:extLst>
              <a:ext uri="{FF2B5EF4-FFF2-40B4-BE49-F238E27FC236}">
                <a16:creationId xmlns:a16="http://schemas.microsoft.com/office/drawing/2014/main" id="{95BF4BF0-1531-0D46-A693-444EF85632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2031" y="1275347"/>
            <a:ext cx="8299939" cy="4812716"/>
          </a:xfrm>
        </p:spPr>
        <p:txBody>
          <a:bodyPr/>
          <a:lstStyle>
            <a:lvl1pPr>
              <a:buClr>
                <a:srgbClr val="004851"/>
              </a:buClr>
              <a:defRPr>
                <a:solidFill>
                  <a:schemeClr val="bg1"/>
                </a:solidFill>
              </a:defRPr>
            </a:lvl1pPr>
            <a:lvl2pPr>
              <a:buClr>
                <a:srgbClr val="00485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004851"/>
              </a:buClr>
              <a:defRPr>
                <a:solidFill>
                  <a:schemeClr val="bg1"/>
                </a:solidFill>
              </a:defRPr>
            </a:lvl3pPr>
            <a:lvl4pPr>
              <a:buClr>
                <a:srgbClr val="004851"/>
              </a:buClr>
              <a:defRPr>
                <a:solidFill>
                  <a:schemeClr val="bg1"/>
                </a:solidFill>
              </a:defRPr>
            </a:lvl4pPr>
            <a:lvl5pPr>
              <a:buClr>
                <a:srgbClr val="00485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18D01-A768-EC4B-B724-CFE88E2E2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s-ES_tradnl" dirty="0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096" y="-3526"/>
            <a:ext cx="1094279" cy="78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331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parencia 3 - Profesionalentzako Prestakuntza">
    <p:bg>
      <p:bgPr>
        <a:solidFill>
          <a:srgbClr val="00A3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422031" y="6460529"/>
            <a:ext cx="121606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CE5B6F-4229-BD47-9F49-CE071C120013}" type="datetime3">
              <a:rPr lang="es-ES_tradnl" smtClean="0"/>
              <a:t>13.06.19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0694" y="6460529"/>
            <a:ext cx="47773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Mondragon Unibertsitatea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459" y="6460527"/>
            <a:ext cx="117051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7356FEA-1119-414E-9BDA-0F3F06B9EA5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Content Placeholder 14">
            <a:extLst>
              <a:ext uri="{FF2B5EF4-FFF2-40B4-BE49-F238E27FC236}">
                <a16:creationId xmlns:a16="http://schemas.microsoft.com/office/drawing/2014/main" id="{95BF4BF0-1531-0D46-A693-444EF85632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2031" y="1275347"/>
            <a:ext cx="8299939" cy="4812716"/>
          </a:xfrm>
        </p:spPr>
        <p:txBody>
          <a:bodyPr/>
          <a:lstStyle>
            <a:lvl1pPr>
              <a:buClr>
                <a:srgbClr val="004851"/>
              </a:buClr>
              <a:defRPr>
                <a:solidFill>
                  <a:schemeClr val="bg1"/>
                </a:solidFill>
              </a:defRPr>
            </a:lvl1pPr>
            <a:lvl2pPr>
              <a:buClr>
                <a:srgbClr val="004851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004851"/>
              </a:buClr>
              <a:defRPr>
                <a:solidFill>
                  <a:schemeClr val="bg1"/>
                </a:solidFill>
              </a:defRPr>
            </a:lvl3pPr>
            <a:lvl4pPr>
              <a:buClr>
                <a:srgbClr val="004851"/>
              </a:buClr>
              <a:defRPr>
                <a:solidFill>
                  <a:schemeClr val="bg1"/>
                </a:solidFill>
              </a:defRPr>
            </a:lvl4pPr>
            <a:lvl5pPr>
              <a:buClr>
                <a:srgbClr val="00485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18D01-A768-EC4B-B724-CFE88E2E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33" y="472037"/>
            <a:ext cx="7511006" cy="42815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s-ES_tradnl" dirty="0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845" y="0"/>
            <a:ext cx="1116836" cy="100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107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parencia 4 - Esko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"/>
          <p:cNvSpPr>
            <a:spLocks noGrp="1"/>
          </p:cNvSpPr>
          <p:nvPr>
            <p:ph idx="1"/>
          </p:nvPr>
        </p:nvSpPr>
        <p:spPr>
          <a:xfrm>
            <a:off x="422030" y="1364829"/>
            <a:ext cx="3987692" cy="48471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2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1" y="6460529"/>
            <a:ext cx="1180893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6D8C46FE-6D60-7E43-9EAD-3064B98E9FE4}" type="datetime3">
              <a:rPr lang="es-ES_tradnl" smtClean="0"/>
              <a:pPr/>
              <a:t>13.06.19</a:t>
            </a:fld>
            <a:endParaRPr lang="en-US" dirty="0"/>
          </a:p>
        </p:txBody>
      </p:sp>
      <p:sp>
        <p:nvSpPr>
          <p:cNvPr id="3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0694" y="6460529"/>
            <a:ext cx="4777367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Mondragon Unibertsitatea</a:t>
            </a:r>
            <a:endParaRPr lang="en-US" dirty="0"/>
          </a:p>
        </p:txBody>
      </p:sp>
      <p:sp>
        <p:nvSpPr>
          <p:cNvPr id="3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460" y="6460527"/>
            <a:ext cx="1167814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356FEA-1119-414E-9BDA-0F3F06B9EA5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5" name="Content Placeholder 2"/>
          <p:cNvSpPr>
            <a:spLocks noGrp="1"/>
          </p:cNvSpPr>
          <p:nvPr>
            <p:ph idx="13"/>
          </p:nvPr>
        </p:nvSpPr>
        <p:spPr>
          <a:xfrm>
            <a:off x="4731582" y="1364829"/>
            <a:ext cx="3987692" cy="48471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2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FB9805-B57F-7F42-9040-39F850600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s-ES_tradnl" dirty="0"/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195" y="-15970"/>
            <a:ext cx="1147818" cy="104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161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parencia 4 - M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"/>
          <p:cNvSpPr>
            <a:spLocks noGrp="1"/>
          </p:cNvSpPr>
          <p:nvPr>
            <p:ph idx="1"/>
          </p:nvPr>
        </p:nvSpPr>
        <p:spPr>
          <a:xfrm>
            <a:off x="422030" y="1364829"/>
            <a:ext cx="3987692" cy="48471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2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1" y="6460529"/>
            <a:ext cx="1180893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6D8C46FE-6D60-7E43-9EAD-3064B98E9FE4}" type="datetime3">
              <a:rPr lang="es-ES_tradnl" smtClean="0"/>
              <a:pPr/>
              <a:t>13.06.19</a:t>
            </a:fld>
            <a:endParaRPr lang="en-US" dirty="0"/>
          </a:p>
        </p:txBody>
      </p:sp>
      <p:sp>
        <p:nvSpPr>
          <p:cNvPr id="3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0694" y="6460529"/>
            <a:ext cx="4777367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Mondragon Unibertsitatea</a:t>
            </a:r>
            <a:endParaRPr lang="en-US" dirty="0"/>
          </a:p>
        </p:txBody>
      </p:sp>
      <p:sp>
        <p:nvSpPr>
          <p:cNvPr id="3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460" y="6460527"/>
            <a:ext cx="1167814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356FEA-1119-414E-9BDA-0F3F06B9EA5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5" name="Content Placeholder 2"/>
          <p:cNvSpPr>
            <a:spLocks noGrp="1"/>
          </p:cNvSpPr>
          <p:nvPr>
            <p:ph idx="13"/>
          </p:nvPr>
        </p:nvSpPr>
        <p:spPr>
          <a:xfrm>
            <a:off x="4731582" y="1364829"/>
            <a:ext cx="3987692" cy="48471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2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FB9805-B57F-7F42-9040-39F850600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s-ES_tradnl" dirty="0"/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779" y="-8238"/>
            <a:ext cx="1085983" cy="78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0927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parencia 4 - Profesionalentzako Prestakunt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2"/>
          <p:cNvSpPr>
            <a:spLocks noGrp="1"/>
          </p:cNvSpPr>
          <p:nvPr>
            <p:ph idx="1"/>
          </p:nvPr>
        </p:nvSpPr>
        <p:spPr>
          <a:xfrm>
            <a:off x="422030" y="1364829"/>
            <a:ext cx="3987692" cy="48471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2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1" y="6460529"/>
            <a:ext cx="1180893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6D8C46FE-6D60-7E43-9EAD-3064B98E9FE4}" type="datetime3">
              <a:rPr lang="es-ES_tradnl" smtClean="0"/>
              <a:pPr/>
              <a:t>13.06.19</a:t>
            </a:fld>
            <a:endParaRPr lang="en-US" dirty="0"/>
          </a:p>
        </p:txBody>
      </p:sp>
      <p:sp>
        <p:nvSpPr>
          <p:cNvPr id="3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0694" y="6460529"/>
            <a:ext cx="4777367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Mondragon Unibertsitatea</a:t>
            </a:r>
            <a:endParaRPr lang="en-US" dirty="0"/>
          </a:p>
        </p:txBody>
      </p:sp>
      <p:sp>
        <p:nvSpPr>
          <p:cNvPr id="3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460" y="6460527"/>
            <a:ext cx="1167814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356FEA-1119-414E-9BDA-0F3F06B9EA5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5" name="Content Placeholder 2"/>
          <p:cNvSpPr>
            <a:spLocks noGrp="1"/>
          </p:cNvSpPr>
          <p:nvPr>
            <p:ph idx="13"/>
          </p:nvPr>
        </p:nvSpPr>
        <p:spPr>
          <a:xfrm>
            <a:off x="4731582" y="1364829"/>
            <a:ext cx="3987692" cy="48471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200" b="0" i="0">
                <a:solidFill>
                  <a:srgbClr val="00485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FB9805-B57F-7F42-9040-39F850600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33" y="472037"/>
            <a:ext cx="7569330" cy="428157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s-ES_tradnl" dirty="0"/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362" y="0"/>
            <a:ext cx="1163878" cy="104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9326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parencia 5 - Esko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1" y="6460529"/>
            <a:ext cx="1180893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03BAEA45-06BF-1B4B-8B5F-15A64A07D060}" type="datetime3">
              <a:rPr lang="es-ES_tradnl" smtClean="0"/>
              <a:pPr/>
              <a:t>13.06.19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0694" y="6460529"/>
            <a:ext cx="4777367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Mondragon Unibertsitatea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459" y="6460527"/>
            <a:ext cx="117051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356FEA-1119-414E-9BDA-0F3F06B9EA5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7C6413-A5EF-F24B-A948-19418513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195" y="-15970"/>
            <a:ext cx="1147818" cy="104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0498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parencia 5 - M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1" y="6460529"/>
            <a:ext cx="1180893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03BAEA45-06BF-1B4B-8B5F-15A64A07D060}" type="datetime3">
              <a:rPr lang="es-ES_tradnl" smtClean="0"/>
              <a:pPr/>
              <a:t>13.06.19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0694" y="6460529"/>
            <a:ext cx="4777367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Mondragon Unibertsitatea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459" y="6460527"/>
            <a:ext cx="117051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356FEA-1119-414E-9BDA-0F3F06B9EA5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7C6413-A5EF-F24B-A948-19418513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779" y="-8238"/>
            <a:ext cx="1085983" cy="78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180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parencia 5 - Profesionalentzako Prestakunt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1" y="6460529"/>
            <a:ext cx="1180893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03BAEA45-06BF-1B4B-8B5F-15A64A07D060}" type="datetime3">
              <a:rPr lang="es-ES_tradnl" smtClean="0"/>
              <a:pPr/>
              <a:t>13.06.19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0694" y="6460529"/>
            <a:ext cx="4777367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Mondragon Unibertsitatea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51459" y="6460527"/>
            <a:ext cx="117051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356FEA-1119-414E-9BDA-0F3F06B9EA5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7C6413-A5EF-F24B-A948-194185139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33" y="472037"/>
            <a:ext cx="7569330" cy="4281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362" y="0"/>
            <a:ext cx="1163878" cy="104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682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a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/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 1 -Eskola">
    <p:bg>
      <p:bgPr>
        <a:solidFill>
          <a:srgbClr val="0531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5" descr="dvbbsb.png">
            <a:extLst>
              <a:ext uri="{FF2B5EF4-FFF2-40B4-BE49-F238E27FC236}">
                <a16:creationId xmlns:a16="http://schemas.microsoft.com/office/drawing/2014/main" id="{C7FEBEA0-2609-4B43-AF94-718CE77E08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1" y="-1"/>
            <a:ext cx="65484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49457" y="5319253"/>
            <a:ext cx="2672863" cy="1150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8" indent="0">
              <a:buNone/>
              <a:defRPr sz="120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110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105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755" indent="0">
              <a:buNone/>
              <a:defRPr sz="105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" name="Grupo 3"/>
          <p:cNvGrpSpPr/>
          <p:nvPr userDrawn="1"/>
        </p:nvGrpSpPr>
        <p:grpSpPr>
          <a:xfrm>
            <a:off x="0" y="0"/>
            <a:ext cx="1826378" cy="1807452"/>
            <a:chOff x="0" y="0"/>
            <a:chExt cx="1826378" cy="1807452"/>
          </a:xfrm>
        </p:grpSpPr>
        <p:pic>
          <p:nvPicPr>
            <p:cNvPr id="6" name="Imagen 4">
              <a:extLst>
                <a:ext uri="{FF2B5EF4-FFF2-40B4-BE49-F238E27FC236}">
                  <a16:creationId xmlns:a16="http://schemas.microsoft.com/office/drawing/2014/main" id="{515488D9-A4EB-9247-86E0-1D6F089F73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826378" cy="1807452"/>
            </a:xfrm>
            <a:prstGeom prst="rect">
              <a:avLst/>
            </a:prstGeom>
          </p:spPr>
        </p:pic>
        <p:sp>
          <p:nvSpPr>
            <p:cNvPr id="3" name="Rectángulo 2"/>
            <p:cNvSpPr/>
            <p:nvPr userDrawn="1"/>
          </p:nvSpPr>
          <p:spPr>
            <a:xfrm>
              <a:off x="132474" y="188120"/>
              <a:ext cx="1245393" cy="10644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 smtClean="0"/>
            </a:p>
          </p:txBody>
        </p:sp>
      </p:grpSp>
      <p:pic>
        <p:nvPicPr>
          <p:cNvPr id="2" name="Imagen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2" y="19045"/>
            <a:ext cx="1437679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482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 1 -MU">
    <p:bg>
      <p:bgPr>
        <a:solidFill>
          <a:srgbClr val="0531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5" descr="dvbbsb.png">
            <a:extLst>
              <a:ext uri="{FF2B5EF4-FFF2-40B4-BE49-F238E27FC236}">
                <a16:creationId xmlns:a16="http://schemas.microsoft.com/office/drawing/2014/main" id="{C7FEBEA0-2609-4B43-AF94-718CE77E08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1" y="-1"/>
            <a:ext cx="65484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49457" y="5319253"/>
            <a:ext cx="2672863" cy="1150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8" indent="0">
              <a:buNone/>
              <a:defRPr sz="120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110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105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755" indent="0">
              <a:buNone/>
              <a:defRPr sz="105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826378" cy="180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5116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 1 - Profesionalentzako Prestakuntza">
    <p:bg>
      <p:bgPr>
        <a:solidFill>
          <a:srgbClr val="0531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5" descr="dvbbsb.png">
            <a:extLst>
              <a:ext uri="{FF2B5EF4-FFF2-40B4-BE49-F238E27FC236}">
                <a16:creationId xmlns:a16="http://schemas.microsoft.com/office/drawing/2014/main" id="{C7FEBEA0-2609-4B43-AF94-718CE77E08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1" y="-1"/>
            <a:ext cx="6548430" cy="68580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49457" y="5319253"/>
            <a:ext cx="2672863" cy="1150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8" indent="0">
              <a:buNone/>
              <a:defRPr sz="120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110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105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755" indent="0">
              <a:buNone/>
              <a:defRPr sz="105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826378" cy="180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94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 2 -Eskola">
    <p:bg>
      <p:bgPr>
        <a:solidFill>
          <a:srgbClr val="0531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49457" y="5319253"/>
            <a:ext cx="2672863" cy="1150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8" indent="0">
              <a:buNone/>
              <a:defRPr sz="120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110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105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755" indent="0">
              <a:buNone/>
              <a:defRPr sz="105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" name="Grupo 3"/>
          <p:cNvGrpSpPr/>
          <p:nvPr userDrawn="1"/>
        </p:nvGrpSpPr>
        <p:grpSpPr>
          <a:xfrm>
            <a:off x="0" y="0"/>
            <a:ext cx="1826378" cy="1807452"/>
            <a:chOff x="0" y="0"/>
            <a:chExt cx="1826378" cy="1807452"/>
          </a:xfrm>
        </p:grpSpPr>
        <p:pic>
          <p:nvPicPr>
            <p:cNvPr id="7" name="Imagen 4">
              <a:extLst>
                <a:ext uri="{FF2B5EF4-FFF2-40B4-BE49-F238E27FC236}">
                  <a16:creationId xmlns:a16="http://schemas.microsoft.com/office/drawing/2014/main" id="{515488D9-A4EB-9247-86E0-1D6F089F73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826378" cy="1807452"/>
            </a:xfrm>
            <a:prstGeom prst="rect">
              <a:avLst/>
            </a:prstGeom>
          </p:spPr>
        </p:pic>
        <p:sp>
          <p:nvSpPr>
            <p:cNvPr id="8" name="Rectángulo 7"/>
            <p:cNvSpPr/>
            <p:nvPr userDrawn="1"/>
          </p:nvSpPr>
          <p:spPr>
            <a:xfrm>
              <a:off x="132474" y="188120"/>
              <a:ext cx="1245393" cy="10644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 smtClean="0"/>
            </a:p>
          </p:txBody>
        </p:sp>
      </p:grp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2" y="19045"/>
            <a:ext cx="1437679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4150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 2 -MU">
    <p:bg>
      <p:bgPr>
        <a:solidFill>
          <a:srgbClr val="0531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49457" y="5319253"/>
            <a:ext cx="2672863" cy="1150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8" indent="0">
              <a:buNone/>
              <a:defRPr sz="120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110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105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755" indent="0">
              <a:buNone/>
              <a:defRPr sz="105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Imagen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826378" cy="180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5531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 2 -Profesionalentzako Prestakuntza">
    <p:bg>
      <p:bgPr>
        <a:solidFill>
          <a:srgbClr val="0531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49457" y="5319253"/>
            <a:ext cx="2672863" cy="1150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8" indent="0">
              <a:buNone/>
              <a:defRPr sz="120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110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105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1828755" indent="0">
              <a:buNone/>
              <a:defRPr sz="1050" b="0" i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Imagen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826378" cy="180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1214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RAPORTADA EMPRESARIA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031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22032" y="472037"/>
            <a:ext cx="7664693" cy="42815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2"/>
          </p:nvPr>
        </p:nvSpPr>
        <p:spPr>
          <a:xfrm>
            <a:off x="422031" y="6460528"/>
            <a:ext cx="11653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FAE4B82-6DFA-A543-B435-4398A9590E55}" type="datetime3">
              <a:rPr lang="es-ES_tradnl" smtClean="0"/>
              <a:t>13.06.19</a:t>
            </a:fld>
            <a:endParaRPr 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59102" y="6460528"/>
            <a:ext cx="4420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 i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Mondragon Unibertsitatea</a:t>
            </a:r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459" y="6460527"/>
            <a:ext cx="1170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7356FEA-1119-414E-9BDA-0F3F06B9EA5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78C87-DD0E-9E43-989E-9A54981B0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031" y="1219200"/>
            <a:ext cx="8299938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31254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715" r:id="rId2"/>
    <p:sldLayoutId id="2147483718" r:id="rId3"/>
    <p:sldLayoutId id="2147483710" r:id="rId4"/>
    <p:sldLayoutId id="2147483719" r:id="rId5"/>
    <p:sldLayoutId id="2147483712" r:id="rId6"/>
    <p:sldLayoutId id="2147483701" r:id="rId7"/>
    <p:sldLayoutId id="2147483678" r:id="rId8"/>
    <p:sldLayoutId id="2147483703" r:id="rId9"/>
    <p:sldLayoutId id="2147483728" r:id="rId10"/>
    <p:sldLayoutId id="2147483748" r:id="rId11"/>
    <p:sldLayoutId id="2147483696" r:id="rId12"/>
    <p:sldLayoutId id="2147483740" r:id="rId13"/>
    <p:sldLayoutId id="2147483743" r:id="rId14"/>
    <p:sldLayoutId id="2147483697" r:id="rId15"/>
    <p:sldLayoutId id="2147483744" r:id="rId16"/>
    <p:sldLayoutId id="2147483747" r:id="rId17"/>
    <p:sldLayoutId id="2147483677" r:id="rId18"/>
    <p:sldLayoutId id="2147483732" r:id="rId19"/>
    <p:sldLayoutId id="2147483735" r:id="rId20"/>
    <p:sldLayoutId id="2147483692" r:id="rId21"/>
    <p:sldLayoutId id="2147483737" r:id="rId22"/>
    <p:sldLayoutId id="2147483736" r:id="rId23"/>
    <p:sldLayoutId id="2147483709" r:id="rId24"/>
    <p:sldLayoutId id="2147483655" r:id="rId25"/>
    <p:sldLayoutId id="2147483720" r:id="rId26"/>
    <p:sldLayoutId id="2147483721" r:id="rId27"/>
    <p:sldLayoutId id="2147483708" r:id="rId28"/>
    <p:sldLayoutId id="2147483724" r:id="rId29"/>
    <p:sldLayoutId id="2147483725" r:id="rId30"/>
    <p:sldLayoutId id="2147483711" r:id="rId3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b="1" i="0" kern="1200">
          <a:solidFill>
            <a:schemeClr val="accent2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457200" marR="0" indent="-457200" algn="l" defTabSz="45718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rgbClr val="00A3AE"/>
        </a:buClr>
        <a:buSzTx/>
        <a:buFont typeface="Arial" panose="020B0604020202020204" pitchFamily="34" charset="0"/>
        <a:buChar char="•"/>
        <a:tabLst/>
        <a:defRPr lang="es-ES_tradnl" sz="2400" b="0" kern="1200" noProof="0" dirty="0" smtClean="0">
          <a:solidFill>
            <a:srgbClr val="00485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742932" marR="0" indent="-285744" algn="l" defTabSz="45718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rgbClr val="00A3AE"/>
        </a:buClr>
        <a:buSzTx/>
        <a:buFont typeface="Arial" panose="020B0604020202020204" pitchFamily="34" charset="0"/>
        <a:buChar char="•"/>
        <a:tabLst/>
        <a:defRPr lang="es-ES_tradnl" sz="2000" b="0" kern="1200" noProof="0" dirty="0" smtClean="0">
          <a:solidFill>
            <a:srgbClr val="00485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1142971" marR="0" indent="-228594" algn="l" defTabSz="45718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rgbClr val="00A3AE"/>
        </a:buClr>
        <a:buSzTx/>
        <a:buFont typeface="Arial"/>
        <a:buChar char="•"/>
        <a:tabLst/>
        <a:defRPr lang="es-ES_tradnl" sz="1800" kern="1200" noProof="0" dirty="0" smtClean="0">
          <a:solidFill>
            <a:srgbClr val="00485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1600160" marR="0" indent="-228594" algn="l" defTabSz="45718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rgbClr val="00A3AE"/>
        </a:buClr>
        <a:buSzTx/>
        <a:buFont typeface="Arial"/>
        <a:buChar char="–"/>
        <a:tabLst/>
        <a:defRPr lang="es-ES_tradnl" sz="1600" kern="1200" noProof="0" dirty="0" smtClean="0">
          <a:solidFill>
            <a:srgbClr val="00485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2057349" marR="0" indent="-228594" algn="l" defTabSz="45718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rgbClr val="00A3AE"/>
        </a:buClr>
        <a:buSzTx/>
        <a:buFont typeface="AppleSymbols" panose="02000000000000000000" pitchFamily="2" charset="-79"/>
        <a:buChar char="⎻"/>
        <a:tabLst/>
        <a:defRPr lang="en-US" sz="1600" b="0" kern="1200" noProof="0" dirty="0">
          <a:solidFill>
            <a:srgbClr val="00485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hyperlink" Target="http://www.mondragon.edu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Imgflujo" Type="http://schemas.openxmlformats.org/officeDocument/2006/relationships/image" Target="../media/d_flujo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Imgconclusiones" Type="http://schemas.openxmlformats.org/officeDocument/2006/relationships/image" Target="../media/d_conclusiones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Imgnulos" Type="http://schemas.openxmlformats.org/officeDocument/2006/relationships/image" Target="../media/d_nulos.png"/><Relationship Id="rIdImgdatos" Type="http://schemas.openxmlformats.org/officeDocument/2006/relationships/image" Target="../media/d_datos.png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image" Target="../media/chart1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Imgarquitectura" Type="http://schemas.openxmlformats.org/officeDocument/2006/relationships/image" Target="../media/d_arquitectura.png"/></Relationships>
</file>

<file path=ppt/slides/_rels/slide22.xml.rels><?xml version="1.0" encoding="UTF-8" standalone="yes"?>
<Relationships xmlns="http://schemas.openxmlformats.org/package/2006/relationships"><Relationship Id="rId3" Type="http://schemas.openxmlformats.org/officeDocument/2006/relationships/hyperlink" Target="http://www.mondragon.edu/" TargetMode="External"/><Relationship Id="rId1" Type="http://schemas.openxmlformats.org/officeDocument/2006/relationships/slideLayout" Target="../slideLayouts/slideLayout9.xml"/><Relationship Id="rIdImgcarga" Type="http://schemas.openxmlformats.org/officeDocument/2006/relationships/image" Target="../media/d_carga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Imgpasos" Type="http://schemas.openxmlformats.org/officeDocument/2006/relationships/image" Target="../media/d_pasos.png"/><Relationship Id="rIdImgantes_despues" Type="http://schemas.openxmlformats.org/officeDocument/2006/relationships/image" Target="../media/d_antes_despues.png"/><Relationship Id="rIdImgantes_despues_w" Type="http://schemas.openxmlformats.org/officeDocument/2006/relationships/image" Target="../media/d_antes_despues_w.png"/></Relationships>
</file>

<file path=ppt/slides/_rels/slide24.xml.rels><?xml version="1.0" encoding="UTF-8" standalone="yes"?>
<Relationships xmlns="http://schemas.openxmlformats.org/package/2006/relationships"><Relationship Id="rId3" Type="http://schemas.openxmlformats.org/officeDocument/2006/relationships/hyperlink" Target="http://www.mondragon.edu/" TargetMode="External"/><Relationship Id="rId1" Type="http://schemas.openxmlformats.org/officeDocument/2006/relationships/slideLayout" Target="../slideLayouts/slideLayout9.xml"/><Relationship Id="rIdImgstats" Type="http://schemas.openxmlformats.org/officeDocument/2006/relationships/image" Target="../media/d_stats.png"/><Relationship Id="rIdImganalisis_cols" Type="http://schemas.openxmlformats.org/officeDocument/2006/relationships/image" Target="../media/d_analisis_cols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2" Type="http://schemas.openxmlformats.org/officeDocument/2006/relationships/image" Target="../media/chart2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
<Relationships xmlns="http://schemas.openxmlformats.org/package/2006/relationships"><Relationship Id="rId2" Type="http://schemas.openxmlformats.org/officeDocument/2006/relationships/image" Target="../media/chart5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8.xml"/><Relationship Id="rIdImglimitaciones" Type="http://schemas.openxmlformats.org/officeDocument/2006/relationships/image" Target="../media/d_limitaciones.png"/><Relationship Id="rIdImglimites2" Type="http://schemas.openxmlformats.org/officeDocument/2006/relationships/image" Target="../media/d_limites2.png"/></Relationships>
</file>

<file path=ppt/slides/_rels/slide30.xml.rels><?xml version="1.0" encoding="UTF-8" standalone="yes"?>
<Relationships xmlns="http://schemas.openxmlformats.org/package/2006/relationships"><Relationship Id="rId2" Type="http://schemas.openxmlformats.org/officeDocument/2006/relationships/image" Target="../media/chart3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
<Relationships xmlns="http://schemas.openxmlformats.org/package/2006/relationships"><Relationship Id="rId2" Type="http://schemas.openxmlformats.org/officeDocument/2006/relationships/image" Target="../media/chart4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
<Relationships xmlns="http://schemas.openxmlformats.org/package/2006/relationships"><Relationship Id="rId3" Type="http://schemas.openxmlformats.org/officeDocument/2006/relationships/hyperlink" Target="http://www.mondragon.edu/" TargetMode="External"/><Relationship Id="rId1" Type="http://schemas.openxmlformats.org/officeDocument/2006/relationships/slideLayout" Target="../slideLayouts/slideLayout9.xml"/><Relationship Id="rIdImgtecnicas" Type="http://schemas.openxmlformats.org/officeDocument/2006/relationships/image" Target="../media/d_tecnicas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Pipeline de análisis de datos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>
                <a:solidFill>
                  <a:srgbClr val="FFFFFF"/>
                </a:solidFill>
              </a:rPr>
              <a:t>Mikel Martín</a:t>
            </a:r>
          </a:p>
          <a:p>
            <a:r>
              <a:rPr lang="es-ES" dirty="0">
                <a:solidFill>
                  <a:srgbClr val="FFFFFF"/>
                </a:solidFill>
              </a:rPr>
              <a:t>Andoni González</a:t>
            </a:r>
          </a:p>
          <a:p>
            <a:r>
              <a:rPr lang="es-ES" dirty="0">
                <a:solidFill>
                  <a:srgbClr val="FFFFFF"/>
                </a:solidFill>
              </a:rPr>
              <a:t>Javier Encinas</a:t>
            </a:r>
          </a:p>
        </p:txBody>
      </p:sp>
    </p:spTree>
    <p:extLst>
      <p:ext uri="{BB962C8B-B14F-4D97-AF65-F5344CB8AC3E}">
        <p14:creationId xmlns:p14="http://schemas.microsoft.com/office/powerpoint/2010/main" val="1671328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 del pipeline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Cómo está hecho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s-E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95944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6FEA-1119-414E-9BDA-0F3F06B9EA5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Qué hemos hecho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420624" y="3566160"/>
            <a:ext cx="8302752" cy="2560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b="1" sz="2200" dirty="0"/>
              <a:t>Tres preguntas sobre 16.376 personajes de Marvel</a:t>
            </a:r>
          </a:p>
          <a:p>
            <a:r>
              <a:rPr lang="es-ES" sz="2000" dirty="0"/>
              <a:t>¿Cómo se reparten héroes y villanos?</a:t>
            </a:r>
          </a:p>
          <a:p>
            <a:r>
              <a:rPr lang="es-ES" sz="2000" dirty="0"/>
              <a:t>¿Cuándo debutaron más personajes?</a:t>
            </a:r>
          </a:p>
          <a:p>
            <a:r>
              <a:rPr lang="es-ES" sz="2000" dirty="0"/>
              <a:t>¿Quién aparece más y quién sobrevive?</a:t>
            </a:r>
          </a:p>
        </p:txBody>
      </p:sp>
      <p:pic>
        <p:nvPicPr>
          <p:cNvPr id="951" name="Esquema flujo" descr="flujo"/>
          <p:cNvPicPr>
            <a:picLocks noChangeAspect="1"/>
          </p:cNvPicPr>
          <p:nvPr/>
        </p:nvPicPr>
        <p:blipFill>
          <a:blip r:embed="rIdImgflujo"/>
          <a:stretch>
            <a:fillRect/>
          </a:stretch>
        </p:blipFill>
        <p:spPr>
          <a:xfrm>
            <a:off x="420624" y="1371600"/>
            <a:ext cx="8302752" cy="153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43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6FEA-1119-414E-9BDA-0F3F06B9EA5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420624" y="3566160"/>
            <a:ext cx="8302752" cy="2560320"/>
          </a:xfrm>
        </p:spPr>
        <p:txBody>
          <a:bodyPr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s-ES" b="1" sz="1800" dirty="0"/>
              <a:t>Más villanos, pero los héroes aparecen más y sobreviven más.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s-ES" b="1" sz="1800" dirty="0"/>
              <a:t>Pocos personajes concentran casi todas las apariciones.</a:t>
            </a:r>
          </a:p>
          <a:p>
            <a:pPr marL="0" indent="0">
              <a:buNone/>
            </a:pPr>
            <a:r>
              <a:rPr lang="es-ES" b="1" sz="1800" dirty="0"/>
              <a:t>Los años 90 fueron el boom de creación de personajes.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</a:p>
        </p:txBody>
      </p:sp>
      <p:pic>
        <p:nvPicPr>
          <p:cNvPr id="960" name="Esquema conclusiones" descr="conclusiones"/>
          <p:cNvPicPr>
            <a:picLocks noChangeAspect="1"/>
          </p:cNvPicPr>
          <p:nvPr/>
        </p:nvPicPr>
        <p:blipFill>
          <a:blip r:embed="rIdImgconclusiones"/>
          <a:stretch>
            <a:fillRect/>
          </a:stretch>
        </p:blipFill>
        <p:spPr>
          <a:xfrm>
            <a:off x="420624" y="1371600"/>
            <a:ext cx="8302752" cy="182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673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6FEA-1119-414E-9BDA-0F3F06B9EA5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dataset</a:t>
            </a:r>
          </a:p>
        </p:txBody>
      </p:sp>
      <p:pic>
        <p:nvPicPr>
          <p:cNvPr id="952" name="Esquema datos" descr="datos"/>
          <p:cNvPicPr>
            <a:picLocks noChangeAspect="1"/>
          </p:cNvPicPr>
          <p:nvPr/>
        </p:nvPicPr>
        <p:blipFill>
          <a:blip r:embed="rIdImgdatos"/>
          <a:stretch>
            <a:fillRect/>
          </a:stretch>
        </p:blipFill>
        <p:spPr>
          <a:xfrm>
            <a:off x="420624" y="1463040"/>
            <a:ext cx="3749039" cy="3782815"/>
          </a:xfrm>
          <a:prstGeom prst="rect">
            <a:avLst/>
          </a:prstGeom>
        </p:spPr>
      </p:pic>
      <p:pic>
        <p:nvPicPr>
          <p:cNvPr id="953" name="Esquema nulos" descr="nulos"/>
          <p:cNvPicPr>
            <a:picLocks noChangeAspect="1"/>
          </p:cNvPicPr>
          <p:nvPr/>
        </p:nvPicPr>
        <p:blipFill>
          <a:blip r:embed="rIdImgnulos"/>
          <a:stretch>
            <a:fillRect/>
          </a:stretch>
        </p:blipFill>
        <p:spPr>
          <a:xfrm>
            <a:off x="4572000" y="1371600"/>
            <a:ext cx="4160520" cy="3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99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/>
          <p:cNvSpPr>
            <a:spLocks noGrp="1"/>
          </p:cNvSpPr>
          <p:nvPr>
            <p:ph idx="1"/>
          </p:nvPr>
        </p:nvSpPr>
        <p:spPr>
          <a:xfrm>
            <a:off x="420624" y="1463040"/>
            <a:ext cx="2880360" cy="4572000"/>
          </a:xfrm>
        </p:spPr>
        <p:txBody>
          <a:bodyPr>
            <a:normAutofit/>
          </a:bodyPr>
          <a:lstStyle/>
          <a:p>
            <a:r>
              <a:rPr lang="es-ES" b="1" sz="1800" dirty="0"/>
              <a:t>Bad </a:t>
            </a:r>
            <a:r>
              <a:rPr lang="es-ES" sz="1800" dirty="0"/>
              <a:t>41 %</a:t>
            </a:r>
          </a:p>
          <a:p>
            <a:r>
              <a:rPr lang="es-ES" b="1" sz="1800" dirty="0"/>
              <a:t>Good </a:t>
            </a:r>
            <a:r>
              <a:rPr lang="es-ES" sz="1800" dirty="0"/>
              <a:t>28 %</a:t>
            </a:r>
          </a:p>
          <a:p>
            <a:r>
              <a:rPr lang="es-ES" b="1" sz="1800" dirty="0"/>
              <a:t>Desconocido </a:t>
            </a:r>
            <a:r>
              <a:rPr lang="es-ES" sz="1800" dirty="0"/>
              <a:t>17 %</a:t>
            </a:r>
          </a:p>
          <a:p>
            <a:r>
              <a:rPr lang="es-ES" b="1" sz="1800" dirty="0"/>
              <a:t>Neutral </a:t>
            </a:r>
            <a:r>
              <a:rPr lang="es-ES" sz="1800" dirty="0"/>
              <a:t>13 %</a:t>
            </a:r>
          </a:p>
          <a:p>
            <a:endParaRPr lang="es-ES" dirty="0"/>
          </a:p>
          <a:p>
            <a:r>
              <a:rPr lang="es-ES" sz="1800" dirty="0"/>
              <a:t>Más de 2.000 villanos más que héroes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6FEA-1119-414E-9BDA-0F3F06B9EA5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3" name="Marcador de posición de imagen 5" descr="alineamiento.png">
            <a:extLst>
              <a:ext uri="{FF2B5EF4-FFF2-40B4-BE49-F238E27FC236}">
                <a16:creationId xmlns:a16="http://schemas.microsoft.com/office/drawing/2014/main" id="{3D7DF7E2-11C5-9D4C-B42A-6F7C79F9417C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280" y="1554480"/>
            <a:ext cx="5349240" cy="3343274"/>
          </a:xfr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08B02052-E55D-F141-9B6E-1E5313BA7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Más villanos que héroes</a:t>
            </a:r>
          </a:p>
        </p:txBody>
      </p:sp>
    </p:spTree>
    <p:extLst>
      <p:ext uri="{BB962C8B-B14F-4D97-AF65-F5344CB8AC3E}">
        <p14:creationId xmlns:p14="http://schemas.microsoft.com/office/powerpoint/2010/main" val="58108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7472" y="5120640"/>
            <a:ext cx="2834640" cy="1097280"/>
          </a:xfrm>
        </p:spPr>
        <p:txBody>
          <a:bodyPr/>
          <a:lstStyle/>
          <a:p>
            <a:r>
              <a:rPr lang="es-ES" b="1" sz="1200" dirty="0"/>
              <a:t>Repositorio del proyecto</a:t>
            </a:r>
          </a:p>
          <a:p>
            <a:r>
              <a:rPr lang="es-ES" sz="1200" dirty="0"/>
              <a:t>github.com/andoni92/</a:t>
            </a:r>
          </a:p>
          <a:p>
            <a:r>
              <a:rPr lang="es-ES" sz="1200" dirty="0"/>
              <a:t>marvel-dataset-analyzer</a:t>
            </a:r>
          </a:p>
        </p:txBody>
      </p:sp>
      <p:sp>
        <p:nvSpPr>
          <p:cNvPr id="4" name="Marcador de contenido 1"/>
          <p:cNvSpPr txBox="1">
            <a:spLocks/>
          </p:cNvSpPr>
          <p:nvPr/>
        </p:nvSpPr>
        <p:spPr>
          <a:xfrm>
            <a:off x="3255254" y="2648673"/>
            <a:ext cx="2895602" cy="1150681"/>
          </a:xfrm>
          <a:prstGeom prst="rect">
            <a:avLst/>
          </a:prstGeom>
        </p:spPr>
        <p:txBody>
          <a:bodyPr anchor="ctr" vert="horz" lIns="91440" tIns="45720" rIns="91440" bIns="45720" rtlCol="0">
            <a:noAutofit/>
          </a:bodyPr>
          <a:lstStyle>
            <a:lvl1pPr marL="0" marR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A3AE"/>
              </a:buClr>
              <a:buSzTx/>
              <a:buFont typeface="Arial"/>
              <a:buNone/>
              <a:tabLst/>
              <a:defRPr lang="es-ES_tradnl" sz="1400" b="0" i="0" kern="1200" noProof="0">
                <a:solidFill>
                  <a:srgbClr val="FFFFFF"/>
                </a:solidFill>
                <a:latin typeface="Arial Nova Light" charset="0"/>
                <a:ea typeface="Arial Nova Light" charset="0"/>
                <a:cs typeface="Arial Nova Light" charset="0"/>
              </a:defRPr>
            </a:lvl1pPr>
            <a:lvl2pPr marL="457188" marR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A3AE"/>
              </a:buClr>
              <a:buSzTx/>
              <a:buFont typeface="Arial"/>
              <a:buNone/>
              <a:tabLst/>
              <a:defRPr lang="es-ES_tradnl" sz="1200" b="0" i="0" kern="1200" noProof="0">
                <a:solidFill>
                  <a:srgbClr val="FFFFFF"/>
                </a:solidFill>
                <a:latin typeface="Arial Nova Light" charset="0"/>
                <a:ea typeface="Arial Nova Light" charset="0"/>
                <a:cs typeface="Arial Nova Light" charset="0"/>
              </a:defRPr>
            </a:lvl2pPr>
            <a:lvl3pPr marL="914377" marR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A3AE"/>
              </a:buClr>
              <a:buSzTx/>
              <a:buFont typeface="Arial"/>
              <a:buNone/>
              <a:tabLst/>
              <a:defRPr lang="es-ES_tradnl" sz="1100" b="0" i="0" kern="1200" noProof="0">
                <a:solidFill>
                  <a:srgbClr val="FFFFFF"/>
                </a:solidFill>
                <a:latin typeface="Arial Nova Light" charset="0"/>
                <a:ea typeface="Arial Nova Light" charset="0"/>
                <a:cs typeface="Arial Nova Light" charset="0"/>
              </a:defRPr>
            </a:lvl3pPr>
            <a:lvl4pPr marL="1371566" marR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A3AE"/>
              </a:buClr>
              <a:buSzTx/>
              <a:buFont typeface="Arial"/>
              <a:buNone/>
              <a:tabLst/>
              <a:defRPr lang="es-ES_tradnl" sz="1050" b="0" i="0" kern="1200" noProof="0">
                <a:solidFill>
                  <a:srgbClr val="FFFFFF"/>
                </a:solidFill>
                <a:latin typeface="Arial Nova Light" charset="0"/>
                <a:ea typeface="Arial Nova Light" charset="0"/>
                <a:cs typeface="Arial Nova Light" charset="0"/>
              </a:defRPr>
            </a:lvl4pPr>
            <a:lvl5pPr marL="1828755" marR="0" indent="0" algn="l" defTabSz="45718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A3AE"/>
              </a:buClr>
              <a:buSzTx/>
              <a:buFont typeface="Arial"/>
              <a:buNone/>
              <a:tabLst/>
              <a:defRPr lang="en-US" sz="1050" b="0" i="0" kern="1200" noProof="0">
                <a:solidFill>
                  <a:srgbClr val="FFFFFF"/>
                </a:solidFill>
                <a:latin typeface="Arial Nova Light" charset="0"/>
                <a:ea typeface="Arial Nova Light" charset="0"/>
                <a:cs typeface="Arial Nova Light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1" dirty="0"/>
              <a:t>Muchas gracias</a:t>
            </a:r>
          </a:p>
        </p:txBody>
      </p:sp>
    </p:spTree>
    <p:extLst>
      <p:ext uri="{BB962C8B-B14F-4D97-AF65-F5344CB8AC3E}">
        <p14:creationId xmlns:p14="http://schemas.microsoft.com/office/powerpoint/2010/main" val="997440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6FEA-1119-414E-9BDA-0F3F06B9EA5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Arquitectura</a:t>
            </a:r>
          </a:p>
        </p:txBody>
      </p:sp>
      <p:pic>
        <p:nvPicPr>
          <p:cNvPr id="954" name="Esquema arquitectura" descr="arquitectura"/>
          <p:cNvPicPr>
            <a:picLocks noChangeAspect="1"/>
          </p:cNvPicPr>
          <p:nvPr/>
        </p:nvPicPr>
        <p:blipFill>
          <a:blip r:embed="rIdImgarquitectura"/>
          <a:stretch>
            <a:fillRect/>
          </a:stretch>
        </p:blipFill>
        <p:spPr>
          <a:xfrm>
            <a:off x="420624" y="1463040"/>
            <a:ext cx="8302752" cy="466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99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6FEA-1119-414E-9BDA-0F3F06B9EA5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Carga y validación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420624" y="4846320"/>
            <a:ext cx="8302752" cy="1097280"/>
          </a:xfrm>
        </p:spPr>
        <p:txBody>
          <a:bodyPr>
            <a:normAutofit/>
          </a:bodyPr>
          <a:lstStyle/>
          <a:p>
            <a:r>
              <a:rPr lang="es-ES" sz="2000" dirty="0"/>
              <a:t>Si algo falla al leer o validar, el pipeline se detiene con un mensaje claro</a:t>
            </a:r>
          </a:p>
        </p:txBody>
      </p:sp>
      <p:pic>
        <p:nvPicPr>
          <p:cNvPr id="955" name="Esquema carga" descr="carga"/>
          <p:cNvPicPr>
            <a:picLocks noChangeAspect="1"/>
          </p:cNvPicPr>
          <p:nvPr/>
        </p:nvPicPr>
        <p:blipFill>
          <a:blip r:embed="rIdImgcarga"/>
          <a:stretch>
            <a:fillRect/>
          </a:stretch>
        </p:blipFill>
        <p:spPr>
          <a:xfrm>
            <a:off x="420624" y="1463040"/>
            <a:ext cx="8302752" cy="301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43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6FEA-1119-414E-9BDA-0F3F06B9EA5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Limpieza en siete pasos</a:t>
            </a:r>
          </a:p>
        </p:txBody>
      </p:sp>
      <p:pic>
        <p:nvPicPr>
          <p:cNvPr id="956" name="Esquema pasos" descr="pasos"/>
          <p:cNvPicPr>
            <a:picLocks noChangeAspect="1"/>
          </p:cNvPicPr>
          <p:nvPr/>
        </p:nvPicPr>
        <p:blipFill>
          <a:blip r:embed="rIdImgpasos"/>
          <a:stretch>
            <a:fillRect/>
          </a:stretch>
        </p:blipFill>
        <p:spPr>
          <a:xfrm>
            <a:off x="420624" y="1554480"/>
            <a:ext cx="8302752" cy="1553398"/>
          </a:xfrm>
          <a:prstGeom prst="rect">
            <a:avLst/>
          </a:prstGeom>
        </p:spPr>
      </p:pic>
      <p:pic>
        <p:nvPicPr>
          <p:cNvPr id="957" name="Esquema antes_despues_w" descr="antes_despues_w"/>
          <p:cNvPicPr>
            <a:picLocks noChangeAspect="1"/>
          </p:cNvPicPr>
          <p:nvPr/>
        </p:nvPicPr>
        <p:blipFill>
          <a:blip r:embed="rIdImgantes_despues_w"/>
          <a:stretch>
            <a:fillRect/>
          </a:stretch>
        </p:blipFill>
        <p:spPr>
          <a:xfrm>
            <a:off x="420624" y="3931920"/>
            <a:ext cx="8302752" cy="155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99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6FEA-1119-414E-9BDA-0F3F06B9EA5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 de un vistazo</a:t>
            </a:r>
          </a:p>
        </p:txBody>
      </p:sp>
      <p:pic>
        <p:nvPicPr>
          <p:cNvPr id="958" name="Esquema analisis_cols" descr="analisis_cols"/>
          <p:cNvPicPr>
            <a:picLocks noChangeAspect="1"/>
          </p:cNvPicPr>
          <p:nvPr/>
        </p:nvPicPr>
        <p:blipFill>
          <a:blip r:embed="rIdImganalisis_cols"/>
          <a:stretch>
            <a:fillRect/>
          </a:stretch>
        </p:blipFill>
        <p:spPr>
          <a:xfrm>
            <a:off x="420624" y="1645920"/>
            <a:ext cx="8302752" cy="356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43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Qué hemos descubierto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s-E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95944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/>
          <p:cNvSpPr>
            <a:spLocks noGrp="1"/>
          </p:cNvSpPr>
          <p:nvPr>
            <p:ph idx="1"/>
          </p:nvPr>
        </p:nvSpPr>
        <p:spPr>
          <a:xfrm>
            <a:off x="420624" y="1463040"/>
            <a:ext cx="2880360" cy="4572000"/>
          </a:xfrm>
        </p:spPr>
        <p:txBody>
          <a:bodyPr>
            <a:normAutofit/>
          </a:bodyPr>
          <a:lstStyle/>
          <a:p>
            <a:r>
              <a:rPr lang="es-ES" b="1" sz="2000" dirty="0"/>
              <a:t>Rango </a:t>
            </a:r>
            <a:r>
              <a:rPr lang="es-ES" sz="2000" dirty="0"/>
              <a:t>1939–2013</a:t>
            </a:r>
          </a:p>
          <a:p>
            <a:r>
              <a:rPr lang="es-ES" b="1" sz="2000" dirty="0"/>
              <a:t>Pico </a:t>
            </a:r>
            <a:r>
              <a:rPr lang="es-ES" sz="2000" dirty="0"/>
              <a:t>1993: 554 debuts</a:t>
            </a:r>
          </a:p>
          <a:p>
            <a:endParaRPr lang="es-ES" dirty="0"/>
          </a:p>
          <a:p>
            <a:r>
              <a:rPr lang="es-ES" sz="1800" dirty="0"/>
              <a:t>Años 90: 3.657 personajes nuevos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6FEA-1119-414E-9BDA-0F3F06B9EA5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3" name="Marcador de posición de imagen 5" descr="personajes_por_anio.png">
            <a:extLst>
              <a:ext uri="{FF2B5EF4-FFF2-40B4-BE49-F238E27FC236}">
                <a16:creationId xmlns:a16="http://schemas.microsoft.com/office/drawing/2014/main" id="{3D7DF7E2-11C5-9D4C-B42A-6F7C79F9417C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280" y="1554480"/>
            <a:ext cx="5349240" cy="2674620"/>
          </a:xfr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08B02052-E55D-F141-9B6E-1E5313BA7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90, la década de los debuts</a:t>
            </a:r>
          </a:p>
        </p:txBody>
      </p:sp>
    </p:spTree>
    <p:extLst>
      <p:ext uri="{BB962C8B-B14F-4D97-AF65-F5344CB8AC3E}">
        <p14:creationId xmlns:p14="http://schemas.microsoft.com/office/powerpoint/2010/main" val="58108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/>
          <p:cNvSpPr>
            <a:spLocks noGrp="1"/>
          </p:cNvSpPr>
          <p:nvPr>
            <p:ph idx="1"/>
          </p:nvPr>
        </p:nvSpPr>
        <p:spPr>
          <a:xfrm>
            <a:off x="420624" y="1463040"/>
            <a:ext cx="2880360" cy="4572000"/>
          </a:xfrm>
        </p:spPr>
        <p:txBody>
          <a:bodyPr>
            <a:normAutofit/>
          </a:bodyPr>
          <a:lstStyle/>
          <a:p>
            <a:r>
              <a:rPr lang="es-ES" b="1" sz="2000" dirty="0"/>
              <a:t>1. </a:t>
            </a:r>
            <a:r>
              <a:rPr lang="es-ES" sz="2000" dirty="0"/>
              <a:t>Spider-Man 4.043</a:t>
            </a:r>
          </a:p>
          <a:p>
            <a:r>
              <a:rPr lang="es-ES" b="1" sz="2000" dirty="0"/>
              <a:t>2. </a:t>
            </a:r>
            <a:r>
              <a:rPr lang="es-ES" sz="2000" dirty="0"/>
              <a:t>Captain America 3.360</a:t>
            </a:r>
          </a:p>
          <a:p>
            <a:r>
              <a:rPr lang="es-ES" b="1" sz="2000" dirty="0"/>
              <a:t>3. </a:t>
            </a:r>
            <a:r>
              <a:rPr lang="es-ES" sz="2000" dirty="0"/>
              <a:t>Wolverine 3.061</a:t>
            </a:r>
          </a:p>
          <a:p>
            <a:endParaRPr lang="es-ES" dirty="0"/>
          </a:p>
          <a:p>
            <a:r>
              <a:rPr lang="es-ES" sz="1800" dirty="0"/>
              <a:t>La mediana del dataset es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6FEA-1119-414E-9BDA-0F3F06B9EA5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3" name="Marcador de posición de imagen 5" descr="top_personajes_apariciones.png">
            <a:extLst>
              <a:ext uri="{FF2B5EF4-FFF2-40B4-BE49-F238E27FC236}">
                <a16:creationId xmlns:a16="http://schemas.microsoft.com/office/drawing/2014/main" id="{3D7DF7E2-11C5-9D4C-B42A-6F7C79F9417C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280" y="1554480"/>
            <a:ext cx="5349240" cy="2674620"/>
          </a:xfr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08B02052-E55D-F141-9B6E-1E5313BA7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Spider-Man, 4.043 apariciones</a:t>
            </a:r>
          </a:p>
        </p:txBody>
      </p:sp>
    </p:spTree>
    <p:extLst>
      <p:ext uri="{BB962C8B-B14F-4D97-AF65-F5344CB8AC3E}">
        <p14:creationId xmlns:p14="http://schemas.microsoft.com/office/powerpoint/2010/main" val="58108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6FEA-1119-414E-9BDA-0F3F06B9EA5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Límites del análisis</a:t>
            </a:r>
          </a:p>
        </p:txBody>
      </p:sp>
      <p:pic>
        <p:nvPicPr>
          <p:cNvPr id="961" name="Esquema limites2" descr="limites2"/>
          <p:cNvPicPr>
            <a:picLocks noChangeAspect="1"/>
          </p:cNvPicPr>
          <p:nvPr/>
        </p:nvPicPr>
        <p:blipFill>
          <a:blip r:embed="rIdImglimites2"/>
          <a:stretch>
            <a:fillRect/>
          </a:stretch>
        </p:blipFill>
        <p:spPr>
          <a:xfrm>
            <a:off x="420624" y="1737360"/>
            <a:ext cx="8302752" cy="292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99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/>
          <p:cNvSpPr>
            <a:spLocks noGrp="1"/>
          </p:cNvSpPr>
          <p:nvPr>
            <p:ph idx="1"/>
          </p:nvPr>
        </p:nvSpPr>
        <p:spPr>
          <a:xfrm>
            <a:off x="420624" y="1463040"/>
            <a:ext cx="2880360" cy="4572000"/>
          </a:xfrm>
        </p:spPr>
        <p:txBody>
          <a:bodyPr>
            <a:normAutofit/>
          </a:bodyPr>
          <a:lstStyle/>
          <a:p>
            <a:r>
              <a:rPr lang="es-ES" b="1" sz="2000" dirty="0"/>
              <a:t>Good </a:t>
            </a:r>
            <a:r>
              <a:rPr lang="es-ES" sz="2000" dirty="0"/>
              <a:t>34,9</a:t>
            </a:r>
          </a:p>
          <a:p>
            <a:r>
              <a:rPr lang="es-ES" b="1" sz="2000" dirty="0"/>
              <a:t>Neutral </a:t>
            </a:r>
            <a:r>
              <a:rPr lang="es-ES" sz="2000" dirty="0"/>
              <a:t>19,6</a:t>
            </a:r>
          </a:p>
          <a:p>
            <a:r>
              <a:rPr lang="es-ES" b="1" sz="2000" dirty="0"/>
              <a:t>Bad </a:t>
            </a:r>
            <a:r>
              <a:rPr lang="es-ES" sz="2000" dirty="0"/>
              <a:t>8,3</a:t>
            </a:r>
          </a:p>
          <a:p>
            <a:endParaRPr lang="es-ES" dirty="0"/>
          </a:p>
          <a:p>
            <a:r>
              <a:rPr lang="es-ES" sz="1800" dirty="0"/>
              <a:t>Top villano: Doom, 721</a:t>
            </a:r>
          </a:p>
          <a:p>
            <a:r>
              <a:rPr lang="es-ES" sz="1600" dirty="0"/>
              <a:t>filtrar(align="Bad")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6FEA-1119-414E-9BDA-0F3F06B9EA5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3" name="Marcador de posición de imagen 5" descr="apariciones_por_alineamiento.png">
            <a:extLst>
              <a:ext uri="{FF2B5EF4-FFF2-40B4-BE49-F238E27FC236}">
                <a16:creationId xmlns:a16="http://schemas.microsoft.com/office/drawing/2014/main" id="{3D7DF7E2-11C5-9D4C-B42A-6F7C79F9417C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280" y="1554480"/>
            <a:ext cx="5349240" cy="3343274"/>
          </a:xfr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08B02052-E55D-F141-9B6E-1E5313BA7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héroes aparecen 4 veces más</a:t>
            </a:r>
          </a:p>
        </p:txBody>
      </p:sp>
    </p:spTree>
    <p:extLst>
      <p:ext uri="{BB962C8B-B14F-4D97-AF65-F5344CB8AC3E}">
        <p14:creationId xmlns:p14="http://schemas.microsoft.com/office/powerpoint/2010/main" val="58108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/>
          <p:cNvSpPr>
            <a:spLocks noGrp="1"/>
          </p:cNvSpPr>
          <p:nvPr>
            <p:ph idx="1"/>
          </p:nvPr>
        </p:nvSpPr>
        <p:spPr>
          <a:xfrm>
            <a:off x="420624" y="1463040"/>
            <a:ext cx="2880360" cy="4572000"/>
          </a:xfrm>
        </p:spPr>
        <p:txBody>
          <a:bodyPr>
            <a:normAutofit/>
          </a:bodyPr>
          <a:lstStyle/>
          <a:p>
            <a:r>
              <a:rPr lang="es-ES" b="1" sz="1800" dirty="0"/>
              <a:t>Héroes vivos </a:t>
            </a:r>
            <a:r>
              <a:rPr lang="es-ES" sz="1800" dirty="0"/>
              <a:t>82 %</a:t>
            </a:r>
          </a:p>
          <a:p>
            <a:r>
              <a:rPr lang="es-ES" b="1" sz="1800" dirty="0"/>
              <a:t>Villanos vivos </a:t>
            </a:r>
            <a:r>
              <a:rPr lang="es-ES" sz="1800" dirty="0"/>
              <a:t>71 %</a:t>
            </a:r>
          </a:p>
          <a:p>
            <a:endParaRPr lang="es-ES" dirty="0"/>
          </a:p>
          <a:p>
            <a:r>
              <a:rPr lang="es-ES" sz="1800" dirty="0"/>
              <a:t>Casi 3 de cada 10 villanos han muerto</a:t>
            </a:r>
          </a:p>
          <a:p>
            <a:r>
              <a:rPr lang="es-ES" sz="1600" dirty="0"/>
              <a:t>filtrar(alive="Living")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6FEA-1119-414E-9BDA-0F3F06B9EA5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3" name="Marcador de posición de imagen 5" descr="vivos_por_alineamiento.png">
            <a:extLst>
              <a:ext uri="{FF2B5EF4-FFF2-40B4-BE49-F238E27FC236}">
                <a16:creationId xmlns:a16="http://schemas.microsoft.com/office/drawing/2014/main" id="{3D7DF7E2-11C5-9D4C-B42A-6F7C79F9417C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280" y="1554480"/>
            <a:ext cx="5349240" cy="3343274"/>
          </a:xfr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08B02052-E55D-F141-9B6E-1E5313BA7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Supervivencia de héroes y villanos</a:t>
            </a:r>
          </a:p>
        </p:txBody>
      </p:sp>
    </p:spTree>
    <p:extLst>
      <p:ext uri="{BB962C8B-B14F-4D97-AF65-F5344CB8AC3E}">
        <p14:creationId xmlns:p14="http://schemas.microsoft.com/office/powerpoint/2010/main" val="58108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56FEA-1119-414E-9BDA-0F3F06B9EA5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Análisis: tres técnicas</a:t>
            </a:r>
          </a:p>
        </p:txBody>
      </p:sp>
      <p:pic>
        <p:nvPicPr>
          <p:cNvPr id="959" name="Esquema tecnicas" descr="tecnicas"/>
          <p:cNvPicPr>
            <a:picLocks noChangeAspect="1"/>
          </p:cNvPicPr>
          <p:nvPr/>
        </p:nvPicPr>
        <p:blipFill>
          <a:blip r:embed="rIdImgtecnicas"/>
          <a:stretch>
            <a:fillRect/>
          </a:stretch>
        </p:blipFill>
        <p:spPr>
          <a:xfrm>
            <a:off x="420624" y="2194560"/>
            <a:ext cx="8302752" cy="228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43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U Theme">
  <a:themeElements>
    <a:clrScheme name="Goi Eskola Politeknikoa">
      <a:dk1>
        <a:srgbClr val="004851"/>
      </a:dk1>
      <a:lt1>
        <a:srgbClr val="FFFFFF"/>
      </a:lt1>
      <a:dk2>
        <a:srgbClr val="000000"/>
      </a:dk2>
      <a:lt2>
        <a:srgbClr val="FFC72C"/>
      </a:lt2>
      <a:accent1>
        <a:srgbClr val="004851"/>
      </a:accent1>
      <a:accent2>
        <a:srgbClr val="00A3AD"/>
      </a:accent2>
      <a:accent3>
        <a:srgbClr val="B33D26"/>
      </a:accent3>
      <a:accent4>
        <a:srgbClr val="DC6B2F"/>
      </a:accent4>
      <a:accent5>
        <a:srgbClr val="ED8B00"/>
      </a:accent5>
      <a:accent6>
        <a:srgbClr val="F6C580"/>
      </a:accent6>
      <a:hlink>
        <a:srgbClr val="FFC72C"/>
      </a:hlink>
      <a:folHlink>
        <a:srgbClr val="00485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A3AD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oloVerde_MGEP" id="{912D819A-F009-0D4F-A6F2-06FA7B853B4A}" vid="{A10D757F-8599-0D45-BE73-313E7C3AB0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694</TotalTime>
  <Words>420</Words>
  <Application>Microsoft Office PowerPoint</Application>
  <PresentationFormat>Presentación en pantalla (4:3)</PresentationFormat>
  <Paragraphs>126</Paragraphs>
  <Slides>20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AppleSymbols</vt:lpstr>
      <vt:lpstr>Arial</vt:lpstr>
      <vt:lpstr>Arial Black</vt:lpstr>
      <vt:lpstr>Arial Nova Light</vt:lpstr>
      <vt:lpstr>Calibri</vt:lpstr>
      <vt:lpstr>MU Theme</vt:lpstr>
      <vt:lpstr>Tituloa</vt:lpstr>
      <vt:lpstr>Tituloa</vt:lpstr>
      <vt:lpstr>Título de seccion</vt:lpstr>
      <vt:lpstr>Título subseccion</vt:lpstr>
      <vt:lpstr>Titulo trasparencia</vt:lpstr>
      <vt:lpstr>Titulo trasparencia</vt:lpstr>
      <vt:lpstr>Destacados (uso limitado)</vt:lpstr>
      <vt:lpstr>Destacados (uso limitado)</vt:lpstr>
      <vt:lpstr>Grupos Excelentes GV</vt:lpstr>
      <vt:lpstr>Collaborative research and knowledge transfer</vt:lpstr>
      <vt:lpstr>Titulo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and knowledge transfer</dc:title>
  <dc:creator>Uribeetxeberria, Roberto</dc:creator>
  <cp:lastModifiedBy>(komunikazioa) irati gonzalez lopez</cp:lastModifiedBy>
  <cp:revision>171</cp:revision>
  <cp:lastPrinted>2018-07-13T13:37:53Z</cp:lastPrinted>
  <dcterms:created xsi:type="dcterms:W3CDTF">2017-11-28T21:27:45Z</dcterms:created>
  <dcterms:modified xsi:type="dcterms:W3CDTF">2019-06-13T13:25:45Z</dcterms:modified>
</cp:coreProperties>
</file>